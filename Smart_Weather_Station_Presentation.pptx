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pic>
        <p:nvPicPr>
          <p:cNvPr id="4" name="Picture 3" descr="img_4_page1_42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491490"/>
            <a:ext cx="3997960" cy="285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0" y="3619500"/>
            <a:ext cx="87884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 i="1">
                <a:solidFill>
                  <a:srgbClr val="000000"/>
                </a:solidFill>
                <a:latin typeface="Garamond"/>
              </a:defRPr>
            </a:pPr>
            <a:r>
              <a:t>SESSION 2026-2027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0240" y="438150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38500" y="4470400"/>
            <a:ext cx="14986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aramond"/>
              </a:defRPr>
            </a:pPr>
            <a:r>
              <a:t>SMART WEATHER 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5778500"/>
            <a:ext cx="6096000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0000"/>
                </a:solidFill>
                <a:latin typeface="Garamond"/>
              </a:defRPr>
            </a:pPr>
            <a:r>
              <a:t>PRESENTED BY :</a:t>
            </a:r>
          </a:p>
          <a:p>
            <a:pPr>
              <a:defRPr sz="2100">
                <a:solidFill>
                  <a:srgbClr val="000000"/>
                </a:solidFill>
                <a:latin typeface="Garamond"/>
              </a:defRPr>
            </a:pPr>
            <a:r>
              <a:t>PRANJAL PANDEY</a:t>
            </a:r>
          </a:p>
          <a:p>
            <a:pPr>
              <a:spcAft>
                <a:spcPts val="4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2501921520281</a:t>
            </a:r>
          </a:p>
          <a:p>
            <a:pPr>
              <a:defRPr sz="2100">
                <a:solidFill>
                  <a:srgbClr val="000000"/>
                </a:solidFill>
                <a:latin typeface="Garamond"/>
              </a:defRPr>
            </a:pPr>
            <a:r>
              <a:t>PIYUSH MALVIYA</a:t>
            </a:r>
          </a:p>
          <a:p>
            <a:pPr>
              <a:spcAft>
                <a:spcPts val="4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2501921520272</a:t>
            </a:r>
          </a:p>
          <a:p>
            <a:pPr>
              <a:defRPr sz="2100">
                <a:solidFill>
                  <a:srgbClr val="000000"/>
                </a:solidFill>
                <a:latin typeface="Garamond"/>
              </a:defRPr>
            </a:pPr>
            <a:r>
              <a:t>PRASHANT KUMAR</a:t>
            </a:r>
          </a:p>
          <a:p>
            <a:pPr>
              <a:spcAft>
                <a:spcPts val="4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2501921520282</a:t>
            </a:r>
          </a:p>
          <a:p>
            <a:pPr>
              <a:defRPr sz="2100">
                <a:solidFill>
                  <a:srgbClr val="000000"/>
                </a:solidFill>
                <a:latin typeface="Garamond"/>
              </a:defRPr>
            </a:pPr>
            <a:r>
              <a:t>OMKAR RAI</a:t>
            </a:r>
          </a:p>
          <a:p>
            <a:pPr>
              <a:spcAft>
                <a:spcPts val="4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2501921520263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46000" y="5778500"/>
            <a:ext cx="5461000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0000"/>
                </a:solidFill>
                <a:latin typeface="Garamond"/>
              </a:defRPr>
            </a:pPr>
            <a:r>
              <a:t>UNDER SUPERVISION OF :</a:t>
            </a:r>
          </a:p>
          <a:p>
            <a:pPr>
              <a:spcAft>
                <a:spcPts val="4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NIDHI KATARIA CHAWLA</a:t>
            </a:r>
          </a:p>
          <a:p>
            <a:pPr>
              <a:spcAft>
                <a:spcPts val="4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YEAR COORDINATOR</a:t>
            </a:r>
          </a:p>
          <a:p>
            <a:pPr>
              <a:spcAft>
                <a:spcPts val="4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CSAI, GLBITM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INTRODUCTION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0" y="1460500"/>
            <a:ext cx="6731000" cy="800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 Real-time monitoring of atmospheric temperature, relative humidity, and ambient light is essential for indoor comfort, smart homes, and precision agriculture.</a:t>
            </a:r>
          </a:p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 Traditional analog weather meters require manual observation, lack data logging, and cannot transmit real-time alerts or analytics.</a:t>
            </a:r>
          </a:p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 The Smart Weather Station is an IoT-enabled embedded system engineered for automated, continuous, and localized environmental telemetry.</a:t>
            </a:r>
          </a:p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 The station utilizes an ESP32 microcontroller paired with DHT11 and LDR sensors to capture live physical parameters with high reliability.</a:t>
            </a:r>
          </a:p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 An optical LDR sensor dynamically monitors ambient illumination to intelligently classify environmental lighting as bright daylight or low-light conditions.</a:t>
            </a:r>
          </a:p>
          <a:p>
            <a:pPr>
              <a:spcAft>
                <a:spcPts val="14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 The proposed system delivers a compact, cost-effective, energy-efficient, and user-friendly IoT solution with zero cloud subscription fees.</a:t>
            </a:r>
          </a:p>
        </p:txBody>
      </p:sp>
      <p:pic>
        <p:nvPicPr>
          <p:cNvPr id="10" name="Picture 9" descr="media_1792067053316_7217756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778000"/>
            <a:ext cx="7112000" cy="5207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68000" y="7175500"/>
            <a:ext cx="7112000" cy="222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843C0B"/>
                </a:solidFill>
                <a:latin typeface="Calibri"/>
              </a:defRPr>
            </a:pPr>
            <a:r>
              <a:t>Key Hardware Interconnections: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ESP32 NodeMCU: Dual-core 240MHz MCU &amp; Wi-Fi Web Server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DHT11 Sensor: Calibrated digital temperature &amp; humidity sensing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LDR Module: Ambient optical detection via digital GPIO pin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Embedded Web Server: Real-time telemetry broadcasted at 192.168.1.18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1651000"/>
            <a:ext cx="14097000" cy="7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To develop a compact, IoT-based Smart Environmental Weather Station using the ESP32 microcontroller.</a:t>
            </a:r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To accurately and continuously acquire ambient temperature and relative humidity measurements using the DHT11 sensor.</a:t>
            </a:r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To detect ambient light levels and classify illumination thresholds (Daylight / Low-Light / Dark) using an LDR sensor module.</a:t>
            </a:r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To host an embedded, asynchronous HTTP web server on the ESP32 for high-speed local data broadcasting.</a:t>
            </a:r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To design an intuitive, modern, dark-themed responsive web dashboard accessible across smartphones, tablets, and PCs without app installation.</a:t>
            </a:r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To compute automated real-time environmental comfort analytics (evaluating thermal and moisture conditions for human living spaces).</a:t>
            </a:r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To record and plot live 30-point historical telemetry trends (temperature history and humidity history) directly in the browser.</a:t>
            </a:r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To engineer a low-cost, energy-efficient, robust, and zero-subscription weather monitoring prototype suitable for smart homes and classrooms.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HARDWARE &amp; SOFTWARE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1460500"/>
            <a:ext cx="14097000" cy="800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00000"/>
                </a:solidFill>
                <a:latin typeface="Calibri"/>
              </a:defRPr>
            </a:pPr>
            <a:r>
              <a:t>Hardware Requirements: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ESP32 Development Board – 32-bit dual-core microcontroller with integrated Wi-Fi &amp; Bluetooth for data acquisition and web hosting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DHT11 Sensor – Calibrated digital composite sensor measuring temperature (-20°C to 50°C) and relative humidity (20% to 90% RH)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LDR Sensor Module – Photoresistor sensor module detecting ambient light intensity and day/night transitions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Micro-USB Cable – Supplies stable 5V DC power to the ESP32 and provides serial interface for programming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Breadboard &amp; Jumper Wires – Solderless prototyping platform and interconnect cables for circuit assembly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Local Wi-Fi Network / Hotspot – Wireless communication medium to host and access the live web dashboard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Client Device (PC / Smartphone) – Web browser client to access and monitor real-time environmental data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Calibri"/>
              </a:defRPr>
            </a:pPr>
            <a:r>
              <a:t>Software Requirements: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Arduino IDE – Used to write, compile, and upload firmware to the ESP32 microcontroller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Embedded C/C++ – Used to program the ESP32, manage sensor communication protocols, and host network sockets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HTML5, CSS3 &amp; JavaScript – Used to craft the modern, responsive, dark-mode real-time dashboard UI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Chart.js / Canvas Engine – Used to render dynamic live temperature and humidity historical trend graphs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EXISTING SYSTEM/RELATED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1651000"/>
            <a:ext cx="14097000" cy="7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Traditional meteorological systems rely on manual analog thermometers, hygrometers, and barometers, which require periodic physical reading and manual logging.</a:t>
            </a:r>
          </a:p>
          <a:p>
            <a:pPr>
              <a:spcAft>
                <a:spcPts val="15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Conventional automated weather stations are bulky, expensive, and engineered primarily for industrial, agricultural, or government research installations.</a:t>
            </a:r>
          </a:p>
          <a:p>
            <a:pPr>
              <a:spcAft>
                <a:spcPts val="15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Commercial smart home climate monitors frequently utilize proprietary closed ecosystems, requiring mandatory cloud accounts and recurring subscriptions.</a:t>
            </a:r>
          </a:p>
          <a:p>
            <a:pPr>
              <a:spcAft>
                <a:spcPts val="15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Many open-source hobbyist weather stations depend completely on third-party cloud platforms (e.g., ThingSpeak, Adafruit IO), causing latency and failing during internet dropouts.</a:t>
            </a:r>
          </a:p>
          <a:p>
            <a:pPr>
              <a:spcAft>
                <a:spcPts val="15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Basic microcontrollers like the Arduino Uno lack built-in wireless connectivity, requiring external Wi-Fi shields (e.g., ESP8266) that complicate circuitry and increase power drain.</a:t>
            </a:r>
          </a:p>
          <a:p>
            <a:pPr>
              <a:spcAft>
                <a:spcPts val="15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Existing low-cost DIY systems typically output raw numbers without evaluating thermal comfort indices or offering historical trend visualization.</a:t>
            </a:r>
          </a:p>
          <a:p>
            <a:pPr>
              <a:spcAft>
                <a:spcPts val="1500"/>
              </a:spcAft>
              <a:defRPr sz="2600">
                <a:solidFill>
                  <a:srgbClr val="000000"/>
                </a:solidFill>
                <a:latin typeface="Garamond"/>
              </a:defRPr>
            </a:pPr>
            <a:r>
              <a:t>•  Our project integrates local multi-sensing (DHT11 &amp; LDR) with an onboard high-performance ESP32 web server, delivering standalone real-time telemetry, automated comfort analysis, and zero-subscription data visualization.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LITERATURE SURVEY (Example Shown Below)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552188"/>
              </p:ext>
            </p:extLst>
          </p:nvPr>
        </p:nvGraphicFramePr>
        <p:xfrm>
          <a:off x="3302000" y="1778000"/>
          <a:ext cx="14732000" cy="73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S. No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Author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Paper Published in (Journal Name..)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Conceptual Framework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Conclusion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Future research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0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May 2023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S. R. Rao;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K. V. Sharma;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A. P. Patel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Title: IoT Based Real-Time Environmental Weather Monitoring Station using ESP32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IEEE ICCCA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Conceptual Framework: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ESP32-centric wireless node monitoring temperature, humidity, and light for micro-climates.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ESP32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DHT11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LDR sensor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Asynchronous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HTTP Web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Server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Wi-Fi telemetry.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Provides accurate, real-time localized weather data with refresh rates under 2 seconds.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Future Research: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Incorporate solar power harvesting, particulate matter (PM2.5) sensing, and LoRa transmission.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LITERATURE SURVEY (Example Shown Below)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819561"/>
              </p:ext>
            </p:extLst>
          </p:nvPr>
        </p:nvGraphicFramePr>
        <p:xfrm>
          <a:off x="3302000" y="1778000"/>
          <a:ext cx="14732000" cy="73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S. No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Author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Paper Published in (Journal Name..)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Conceptual Framework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Conclusion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Future research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0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Aug 2024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M. Al-Khafaji;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D. Kumar;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R. B. Thorne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Title: Low-Cost Smart Environmental Monitoring System with Embedded Web Server Architecture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Internet of Things,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Elsevier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Conceptual Framework: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Standalone edge-based IoT architecture avoiding third-party cloud latency for localized climates.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Dual-core ESP32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RTOS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DHT11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LDR module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Local JSON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API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HTML5 dashboard.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Demonstrated 99.4% uptime and zero-latency local alert delivery without external cloud dependencies.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Future Research: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Implement local non-volatile flash data logging and edge anomaly detection algorithms.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LITERATURE SURVEY (Example Shown Below)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63344"/>
              </p:ext>
            </p:extLst>
          </p:nvPr>
        </p:nvGraphicFramePr>
        <p:xfrm>
          <a:off x="3302000" y="1778000"/>
          <a:ext cx="14732000" cy="73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S. No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Author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Paper Published in (Journal Name..)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Conceptual Framework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Conclusion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Future research</a:t>
                      </a:r>
                    </a:p>
                  </a:txBody>
                  <a:tcPr anchor="ctr"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0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Nov 2023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P. G. Hernandez;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J. M. Rossi;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T. Takahashi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Title: Design and Implementation of an Energy-Efficient Micro Weather Station for Smart Agriculture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IEEE Sensors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Journal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Conceptual Framework: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Precision micro-climate sensing combining thermal, moisture, and optical metrics.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ESP32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DHT11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LDR module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Sleep cycles +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Mobile-responsive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web interface.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Proved highly effective for real-time greenhouse decision-making and automated environmental comfort profiling.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Future Research:</a:t>
                      </a:r>
                    </a:p>
                    <a:p>
                      <a:pPr algn="l"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 AI-driven predictive weather forecasting and multi-node mesh networking.</a:t>
                      </a:r>
                    </a:p>
                  </a:txBody>
                  <a:tcPr>
                    <a:lnL w="12700" cmpd="sng">
                      <a:solidFill>
                        <a:srgbClr val="888888"/>
                      </a:solidFill>
                    </a:lnL>
                    <a:lnR w="12700" cmpd="sng">
                      <a:solidFill>
                        <a:srgbClr val="888888"/>
                      </a:solidFill>
                    </a:lnR>
                    <a:lnT w="12700" cmpd="sng">
                      <a:solidFill>
                        <a:srgbClr val="888888"/>
                      </a:solidFill>
                    </a:lnT>
                    <a:lnB w="12700" cmpd="sng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MOTIVATION/PROBLEM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1651000"/>
            <a:ext cx="14097000" cy="7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Garamond"/>
              </a:defRPr>
            </a:pPr>
            <a:r>
              <a:t>•  Regional weather forecasts provided by commercial and government meteorological stations cover wide geographical zones, failing to capture hyperlocal micro-climates in homes, classrooms, and greenhouses.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Garamond"/>
              </a:defRPr>
            </a:pPr>
            <a:r>
              <a:t>•  Manual collection and logging of temperature and humidity is labor-intensive, inconsistent, and incapable of providing real-time comfort warnings or trend detection.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Garamond"/>
              </a:defRPr>
            </a:pPr>
            <a:r>
              <a:t>•  Commercial smart monitoring systems are expensive, rely on closed proprietary software, and often lock data access behind recurring cloud subscription paywalls.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Garamond"/>
              </a:defRPr>
            </a:pPr>
            <a:r>
              <a:t>•  IoT devices that depend entirely on active internet connections stop serving data during network outages and pose privacy risks by uploading local environmental metrics to remote servers.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Garamond"/>
              </a:defRPr>
            </a:pPr>
            <a:r>
              <a:t>•  Existing basic DIY weather stations typically display only raw sensor numbers without providing intelligent environmental comfort analysis or historical trend curves.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Garamond"/>
              </a:defRPr>
            </a:pPr>
            <a:r>
              <a:t>•  Therefore, our project aims to engineer an affordable, self-contained Smart Weather Station combining temperature, humidity, and ambient light monitoring.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Garamond"/>
              </a:defRPr>
            </a:pPr>
            <a:r>
              <a:t>•  The proposed Smart Weather Station delivers a convenient, low-cost, and real-time environmental monitoring aid while promoting healthy living conditions and energy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DESCRIPTION OF PROJECT (In Form Of Diagram)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1587500"/>
            <a:ext cx="14097000" cy="10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>
                <a:solidFill>
                  <a:srgbClr val="000000"/>
                </a:solidFill>
                <a:latin typeface="Calibri"/>
              </a:defRPr>
            </a:pPr>
            <a:r>
              <a:t>Traditional environmental logging reliant on manual analog meters and regional forecasts.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3492500"/>
            <a:ext cx="14097000" cy="10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>
                <a:solidFill>
                  <a:srgbClr val="000000"/>
                </a:solidFill>
                <a:latin typeface="Calibri"/>
              </a:defRPr>
            </a:pPr>
            <a:r>
              <a:t>Multi-sensor data acquisition: DHT11 (temp &amp; humidity) and LDR (ambient light intensity).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0" y="5397500"/>
            <a:ext cx="14097000" cy="10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>
                <a:solidFill>
                  <a:srgbClr val="000000"/>
                </a:solidFill>
                <a:latin typeface="Calibri"/>
              </a:defRPr>
            </a:pPr>
            <a:r>
              <a:t>ESP32 dual-core processing, real-time comfort calculation, and Wi-Fi web serving.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7302500"/>
            <a:ext cx="14097000" cy="10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>
                <a:solidFill>
                  <a:srgbClr val="000000"/>
                </a:solidFill>
                <a:latin typeface="Calibri"/>
              </a:defRPr>
            </a:pPr>
            <a:r>
              <a:t>A smarter, safer, and real-time environmental dashboard providing live trends and comfort alerts.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477500" y="2692400"/>
            <a:ext cx="406400" cy="6985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10477500" y="4597400"/>
            <a:ext cx="406400" cy="6985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10477500" y="6502400"/>
            <a:ext cx="406400" cy="6985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PROJECT DETAILS (Description Of Various Modules)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0" y="1524000"/>
            <a:ext cx="14224000" cy="78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Calibri"/>
              </a:defRPr>
            </a:pPr>
            <a:r>
              <a:t>MODULE 1: SENSOR ACQUISITION &amp; CALIBRATION MODULE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DHT11 sensor detects temperature (-20°C to 50°C) and relative humidity (20% to 90% RH).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LDR sensor module detects ambient illumination levels using light-dependent resistance.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ESP32 reads digital pulses from DHT11 and threshold/analog signals from LDR accurately.</a:t>
            </a:r>
          </a:p>
          <a:p>
            <a:pPr>
              <a:spcAft>
                <a:spcPts val="1000"/>
              </a:spcAft>
            </a:pPr>
            <a:endParaRPr/>
          </a:p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Calibri"/>
              </a:defRPr>
            </a:pPr>
            <a:r>
              <a:t>MODULE 2: PROCESSING &amp; COMFORT EVALUATION ENGINE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ESP32 dual-core processor executes continuous sampling every 2 seconds.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Calculates thermal comfort index and categorizes environmental condition (e.g., 'Generally Comfortable').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Determines day/night or low-light environmental status from optical sensor signals.</a:t>
            </a:r>
          </a:p>
          <a:p>
            <a:pPr>
              <a:spcAft>
                <a:spcPts val="1000"/>
              </a:spcAft>
            </a:pPr>
            <a:endParaRPr/>
          </a:p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Calibri"/>
              </a:defRPr>
            </a:pPr>
            <a:r>
              <a:t>MODULE 3: EMBEDDED WEB SERVER &amp; DATA VISUALIZATION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ESP32 hosts a lightweight asynchronous HTTP web server on local IP (192.168.1.18).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Serves responsive, dark-mode modern dashboard to any connected smartphone or laptop.</a:t>
            </a:r>
          </a:p>
          <a:p>
            <a:pPr>
              <a:spcAft>
                <a:spcPts val="500"/>
              </a:spcAft>
              <a:defRPr sz="2600">
                <a:solidFill>
                  <a:srgbClr val="000000"/>
                </a:solidFill>
                <a:latin typeface="Calibri"/>
              </a:defRPr>
            </a:pPr>
            <a:r>
              <a:t>• Renders live gauges, real-time trend charts, and real-world application metrics.</a:t>
            </a:r>
          </a:p>
          <a:p>
            <a:pPr>
              <a:spcAft>
                <a:spcPts val="1000"/>
              </a:spcAft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PROJECT DETAILS (Description Of Various Modules)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0" y="1524000"/>
            <a:ext cx="14224000" cy="78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000000"/>
                </a:solidFill>
                <a:latin typeface="Garamond"/>
              </a:defRPr>
            </a:pPr>
            <a:r>
              <a:t>MODULE 1: SENSOR ACQUISITION &amp; CALIBRATION MODULE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DHT11 continuously reads ambient temperature and humidity through a calibrated single-bus digital signal.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LDR photoresistor module monitors ambient light flux, distinguishing bright daylight from low-light/dark conditions.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ESP32 GPIO pins sample sensor inputs reliably with internal pull-up and digital debounce filtering.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Eliminates false triggers through periodic averaging and software validation of received data packets.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400"/>
              </a:spcAft>
              <a:defRPr sz="2700" b="1">
                <a:solidFill>
                  <a:srgbClr val="000000"/>
                </a:solidFill>
                <a:latin typeface="Garamond"/>
              </a:defRPr>
            </a:pPr>
            <a:r>
              <a:t>MODULE 2: PROCESSING &amp; COMFORT EVALUATION ENGINE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ESP32 firmware executes real-time data parsing and algorithmic comfort evaluation.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Dynamically analyzes thermal-humidity ratios to classify ambient conditions (e.g., Comfortable, Humid, Cold).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Evaluates light levels to trigger automated daytime/nighttime environmental classification.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Formats processed parameters into JSON payloads for high-speed transmission across the network.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400"/>
              </a:spcAft>
              <a:defRPr sz="2700" b="1">
                <a:solidFill>
                  <a:srgbClr val="000000"/>
                </a:solidFill>
                <a:latin typeface="Garamond"/>
              </a:defRPr>
            </a:pPr>
            <a:r>
              <a:t>MODULE 3: EMBEDDED WEB SERVER &amp; DATA VISUALIZATION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The ESP32 hosts a built-in asynchronous HTTP server accessible via local network IP (192.168.1.18).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Serves an intuitive, glassmorphic dark-themed UI featuring temperature, humidity, and light indicators.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Live charting engine dynamically plots the last 30 data points for temperature and humidity history.</a:t>
            </a:r>
          </a:p>
          <a:p>
            <a:pPr>
              <a:spcAft>
                <a:spcPts val="300"/>
              </a:spcAft>
              <a:defRPr sz="2300">
                <a:solidFill>
                  <a:srgbClr val="000000"/>
                </a:solidFill>
                <a:latin typeface="Garamond"/>
              </a:defRPr>
            </a:pPr>
            <a:r>
              <a:t>• Enables seamless, cross-platform remote viewing on laptops, tablets, and smartphones without installing apps.</a:t>
            </a:r>
          </a:p>
          <a:p>
            <a:pPr>
              <a:spcAft>
                <a:spcPts val="800"/>
              </a:spcAft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SCREENSHOTS OF RESULT (If 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11</a:t>
            </a:r>
          </a:p>
        </p:txBody>
      </p:sp>
      <p:pic>
        <p:nvPicPr>
          <p:cNvPr id="9" name="Picture 8" descr="media_1792067049231_b03eded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6858000" cy="3860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56000" y="5778500"/>
            <a:ext cx="6858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1">
                <a:solidFill>
                  <a:srgbClr val="843C0B"/>
                </a:solidFill>
                <a:latin typeface="Garamond"/>
              </a:defRPr>
            </a:pPr>
            <a:r>
              <a:t>Figure 1: Live Environmental Dashboard &amp; Comfort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6000" y="6286500"/>
            <a:ext cx="6858000" cy="292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Live Temperature Metric: Real-time 25°C ('Comfortable' badge)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Relative Humidity Metric: Real-time 65% ('Moderately Humid' badge)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Ambient Optical Sensor: 'DARK' (Low-Light Environment detected)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Automated Assessment: 'GENERALLY COMFORTABLE' condition rating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Standalone Hosting: Embedded HTTP server active at 192.168.1.18</a:t>
            </a:r>
          </a:p>
        </p:txBody>
      </p:sp>
      <p:pic>
        <p:nvPicPr>
          <p:cNvPr id="12" name="Picture 11" descr="media_1792067068773_587b6c7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1778000"/>
            <a:ext cx="6858000" cy="3860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500" y="5778500"/>
            <a:ext cx="6858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1">
                <a:solidFill>
                  <a:srgbClr val="843C0B"/>
                </a:solidFill>
                <a:latin typeface="Garamond"/>
              </a:defRPr>
            </a:pPr>
            <a:r>
              <a:t>Figure 2: Historical Telemetry Trends &amp; Real-World 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0" y="6286500"/>
            <a:ext cx="6858000" cy="292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Temperature Trend Log: Dynamic moving plot of last 30 data points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Humidity Trend Log: Captures rapid drops/rises with high precision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Target Scenarios: Smart Homes, Classrooms, Greenhouses, &amp; Labs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Real-Time Polling: Automatic 2-second background telemetry refresh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• Cross-Platform: Zero apps needed; responsive HTML5/CSS3 layout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CONCLUSION &amp; SCOPE OF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0" y="1460500"/>
            <a:ext cx="14224000" cy="800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00000"/>
                </a:solidFill>
                <a:latin typeface="Garamond"/>
              </a:defRPr>
            </a:pPr>
            <a:r>
              <a:t>CONCLUSION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The Smart Weather Station enhances traditional environmental monitoring by integrating localized electronic sensors and embedded web telemetry.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DHT11 digital sensing accurately acquires ambient temperature and relative humidity without requiring manual calibration.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The optical LDR sensor continuously evaluates ambient lighting levels, automatically distinguishing daylight and low-light environments.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The embedded asynchronous HTTP server delivers immediate, cross-platform telemetry feedback to any browser device without external cloud reliance.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Real-time comfort indexing and historical trend graphing significantly improve user awareness of micro-climate conditions.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The project provides an affordable, robust, scalable, and energy-efficient solution for automated climate tracking in smart environments.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600" b="1">
                <a:solidFill>
                  <a:srgbClr val="000000"/>
                </a:solidFill>
                <a:latin typeface="Garamond"/>
              </a:defRPr>
            </a:pPr>
            <a:r>
              <a:t>FUTURE SCOPE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Integrate barometric pressure (BMP280/BME280) and rain sensors to provide comprehensive local weather forecasting.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Implement solar harvesting circuits and rechargeable Li-ion batteries with ESP32 deep-sleep modes for off-grid outdoor autonomy.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Add MQTT protocol support and cloud telemetry logging (AWS IoT / Google Cloud) for multi-station geographical mapping.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Introduce AI-based micro-climate prediction to forecast localized temperature fluctuations and heatstroke risks.</a:t>
            </a:r>
          </a:p>
          <a:p>
            <a:pPr>
              <a:spcAft>
                <a:spcPts val="300"/>
              </a:spcAft>
              <a:defRPr sz="2100">
                <a:solidFill>
                  <a:srgbClr val="000000"/>
                </a:solidFill>
                <a:latin typeface="Garamond"/>
              </a:defRPr>
            </a:pPr>
            <a:r>
              <a:t>• Implement push notifications, audio buzzer warnings, and SMS alerts for critical environmental thresholds.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500" y="101600"/>
            <a:ext cx="149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aramond"/>
              </a:defRPr>
            </a:pPr>
            <a: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0" y="1651000"/>
            <a:ext cx="14097000" cy="7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Garamond"/>
              </a:defRPr>
            </a:pPr>
            <a:r>
              <a:t>[1] World Meteorological Organization (WMO). (2022). Guide to Instruments and Methods of Observation (WMO-No. 8). World Meteorological Organization.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Garamond"/>
              </a:defRPr>
            </a:pPr>
            <a:r>
              <a:t>[2] Rao, S. R., Sharma, K. V., &amp; Patel, A. P. (2023). IoT based real-time environmental weather monitoring station using ESP32. IEEE International Conference on Computing, Communication and Automation (ICCCA), 412–418.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Garamond"/>
              </a:defRPr>
            </a:pPr>
            <a:r>
              <a:t>[3] Al-Khafaji, M., Kumar, D., &amp; Thorne, R. B. (2024). Low-cost smart environmental monitoring system with embedded web server architecture. Internet of Things (Elsevier), 25, 100982.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Garamond"/>
              </a:defRPr>
            </a:pPr>
            <a:r>
              <a:t>[4] Hernandez, P. G., Rossi, J. M., &amp; Takahashi, T. (2023). Design and implementation of an energy-efficient micro weather station for smart agriculture. IEEE Sensors Journal, 23(14), 16210–16219.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Garamond"/>
              </a:defRPr>
            </a:pPr>
            <a:r>
              <a:t>[5] Espressif Systems. (2024). ESP32 Series Datasheet and Technical Reference Manual (v4.2). Espressif Systems Documentation.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Garamond"/>
              </a:defRPr>
            </a:pPr>
            <a:r>
              <a:t>[6] Aosong Electronics. (2023). DHT11 Digital Temperature and Humidity Sensor Technical Specification and Communication Protocol.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  <a:latin typeface="Garamond"/>
              </a:defRPr>
            </a:pPr>
            <a:r>
              <a:t>[7] Relevant technical research papers, IEEE transactions, and standard documentation on IoT environmental monitoring systems, sensor calibration, and embedded web servers.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4900"/>
            <a:ext cx="3200400" cy="9182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90240" y="0"/>
            <a:ext cx="15097760" cy="1115060"/>
          </a:xfrm>
          <a:prstGeom prst="rect">
            <a:avLst/>
          </a:prstGeom>
          <a:solidFill>
            <a:srgbClr val="843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3_page1_4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73400" cy="10287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9608820"/>
            <a:ext cx="18288000" cy="15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0" y="9715500"/>
            <a:ext cx="12700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i="1">
                <a:solidFill>
                  <a:srgbClr val="000000"/>
                </a:solidFill>
                <a:latin typeface="Garamond"/>
              </a:defRPr>
            </a:pPr>
            <a:r>
              <a:t>Department of Computer Science &amp; Engineering –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0" y="9715500"/>
            <a:ext cx="1016000" cy="482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898989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0" y="4064000"/>
            <a:ext cx="13970000" cy="15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000000"/>
                </a:solidFill>
                <a:latin typeface="Garamond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2558</Words>
  <Application>Microsoft Office PowerPoint</Application>
  <PresentationFormat>Custom</PresentationFormat>
  <Paragraphs>269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 thakur</cp:lastModifiedBy>
  <cp:revision>2</cp:revision>
  <dcterms:created xsi:type="dcterms:W3CDTF">2013-01-27T09:14:16Z</dcterms:created>
  <dcterms:modified xsi:type="dcterms:W3CDTF">2026-10-15T12:54:43Z</dcterms:modified>
  <cp:category/>
</cp:coreProperties>
</file>